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65" r:id="rId6"/>
    <p:sldId id="273" r:id="rId7"/>
    <p:sldId id="278" r:id="rId8"/>
    <p:sldId id="274" r:id="rId9"/>
    <p:sldId id="279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0000"/>
    <a:srgbClr val="0000FF"/>
    <a:srgbClr val="D2D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4"/>
  </p:normalViewPr>
  <p:slideViewPr>
    <p:cSldViewPr snapToGrid="0">
      <p:cViewPr>
        <p:scale>
          <a:sx n="204" d="100"/>
          <a:sy n="204" d="100"/>
        </p:scale>
        <p:origin x="-1144" y="-3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88A081-CBBE-3A67-41CD-48707CE4D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3B07F3A-DF4D-DE53-F701-19D4D7C81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287854-F640-18D6-8627-EFBFA6AEE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07EB1-3D80-4E15-82F5-FEBD590FAE4C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540E69-C4E3-FA9C-E243-75CD76A96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35E18D-407E-E5E4-94F5-0E016E7C6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3CBF8-504D-439A-9C68-7BC8274E9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6164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B3B6DD-11DE-92F8-14C0-B4240F5CA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AFDC45-4E99-8571-7677-3B935ED88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696120-8DCC-C039-0E75-9C197D3E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07EB1-3D80-4E15-82F5-FEBD590FAE4C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69216B-25C1-F4B3-72FB-54BA71436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FCC17A-02C3-2BF8-604B-37CE152D0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3CBF8-504D-439A-9C68-7BC8274E9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903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3BF50C-6DD0-9C4D-CC68-E0580CA7D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7ED5D6-6877-FF0F-BAA7-F420A57BC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D3C66B-8C14-A529-AD4D-B93960600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07EB1-3D80-4E15-82F5-FEBD590FAE4C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5EF630D-193D-114B-F1A7-1980F43FB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3D2D3E-A91D-A534-CB9A-A01500A74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3CBF8-504D-439A-9C68-7BC8274E9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9355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4895CA-7CBF-8B24-0361-00B14BDA3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8A2F72-203A-0A92-CC2E-E212069FC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5A524A3-F52D-3703-44B1-A1900CB6A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B94E15D-84D4-36F3-0397-0CA78DD36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07EB1-3D80-4E15-82F5-FEBD590FAE4C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E99D720-4C0A-A9C2-474A-8001E1B7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10D51BD-1D98-1739-EDC3-757542D6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3CBF8-504D-439A-9C68-7BC8274E9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922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189D0A-9F64-3835-C6F0-1FDB1621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1795AB-0001-3155-6F9D-B0E74DCA0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4796B99-9DED-EF99-7A39-F44DBF898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CA36C7F-F336-71F4-5E63-40B71BC109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4392898-B1D3-457A-3B58-72B272828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37A5342-F742-54E0-EE57-57113EB6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07EB1-3D80-4E15-82F5-FEBD590FAE4C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A18870B-5D07-C50C-D1D6-EC422B4F9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5F3291B-3A93-1542-7E2D-C83F13713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3CBF8-504D-439A-9C68-7BC8274E9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984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033A01-78B5-DA0F-DFE2-D01B0661E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973DA2F-510C-5CFA-83A1-C2FDCA7A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07EB1-3D80-4E15-82F5-FEBD590FAE4C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513FDA5-60BB-8ACD-BC60-EE1696F7E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7CED71D-3F2B-B09B-3AEB-CD658D27F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3CBF8-504D-439A-9C68-7BC8274E9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4622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6B0E5D4-6190-11B7-E5EB-DE663D8D9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07EB1-3D80-4E15-82F5-FEBD590FAE4C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9B3874B-00D6-4DCF-082D-4C4290551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24E58E-8953-DB53-F868-000A0604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3CBF8-504D-439A-9C68-7BC8274E9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7930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D9A5D9-671B-3810-2EB9-2635BADD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C270B3-38B0-E41E-9E08-DB6DA65E6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800DD4F-C8BC-20D6-EEBC-AB388EB4C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6610804-2DDE-F0A8-8270-3F68EDA7F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07EB1-3D80-4E15-82F5-FEBD590FAE4C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F194EDE-4F12-A217-BB0B-8901AA5B0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89782F4-CF84-1DE7-4296-CBE0A79A7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3CBF8-504D-439A-9C68-7BC8274E9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47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BF9293-4B83-8FC3-52F1-EB043F32C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B206408-5DD2-519F-D642-5805B3D5E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EE26ADB-CD13-4366-4F69-44B5C5A3A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A822AE-CF2F-7434-497F-60F9A013F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07EB1-3D80-4E15-82F5-FEBD590FAE4C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AEEC6A-A847-D0DA-8EA2-AFCF7E1C0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BBFDE6C-F1D8-5FC7-41E1-6A8012682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3CBF8-504D-439A-9C68-7BC8274E9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868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2BE807-160B-0D94-7093-05132063A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AB00722-285B-9E46-23EC-AE8260C3D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6F4A73-C0CA-9055-A714-353CA5E27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07EB1-3D80-4E15-82F5-FEBD590FAE4C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047221-62F7-2AD8-F1D4-6CDED34F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286134-ED88-8F1A-981C-EC35B913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3CBF8-504D-439A-9C68-7BC8274E9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0942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2E05FB4-D50C-D929-DB49-867252607B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7C83BCD-FD0D-B13B-7752-F08065356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FF9B5B-2734-FD99-125E-CCE48C62C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07EB1-3D80-4E15-82F5-FEBD590FAE4C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713556-1A7B-7294-F701-A4D667E1C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46C375-1286-8525-6F26-86E055F9D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3CBF8-504D-439A-9C68-7BC8274E9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390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549D306-EFF8-87B3-6EC6-AC9232776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8300498-DC68-6947-11B8-B3793221D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39096E-5726-2B5F-55B7-BAF5F6FB04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707EB1-3D80-4E15-82F5-FEBD590FAE4C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5AD1EE-30EA-A1C4-D799-ED6EA8618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5ADACB-BA4E-8126-B408-A3BE8152A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23CBF8-504D-439A-9C68-7BC8274E9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341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D6DC95-3C21-8402-429B-990CF1D1EE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Scatter Plot_v3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8003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224E03-81AA-2028-B432-F3A6C06F1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08" y="129680"/>
            <a:ext cx="10515600" cy="1325563"/>
          </a:xfrm>
        </p:spPr>
        <p:txBody>
          <a:bodyPr/>
          <a:lstStyle/>
          <a:p>
            <a:r>
              <a:rPr lang="en-US" altLang="zh-TW" dirty="0"/>
              <a:t>Scatter Plot (How about normalize with total </a:t>
            </a:r>
            <a:r>
              <a:rPr lang="en-US" altLang="zh-TW" dirty="0" err="1"/>
              <a:t>piRNAs</a:t>
            </a:r>
            <a:r>
              <a:rPr lang="en-US" altLang="zh-TW" dirty="0"/>
              <a:t>?)</a:t>
            </a:r>
            <a:endParaRPr lang="zh-TW" altLang="en-US" dirty="0"/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32B08D6F-2124-23A2-0B7B-B3207A2E3D02}"/>
              </a:ext>
            </a:extLst>
          </p:cNvPr>
          <p:cNvGrpSpPr/>
          <p:nvPr/>
        </p:nvGrpSpPr>
        <p:grpSpPr>
          <a:xfrm>
            <a:off x="688109" y="1455243"/>
            <a:ext cx="10815782" cy="5402757"/>
            <a:chOff x="848968" y="1191868"/>
            <a:chExt cx="11343032" cy="5666132"/>
          </a:xfrm>
        </p:grpSpPr>
        <p:pic>
          <p:nvPicPr>
            <p:cNvPr id="35" name="圖片 34" descr="一張含有 文字, 螢幕擷取畫面, 繪圖, 圖表 的圖片&#10;&#10;AI 產生的內容可能不正確。">
              <a:extLst>
                <a:ext uri="{FF2B5EF4-FFF2-40B4-BE49-F238E27FC236}">
                  <a16:creationId xmlns:a16="http://schemas.microsoft.com/office/drawing/2014/main" id="{E0588F1A-F967-4C72-4375-10D34903C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968" y="1191868"/>
              <a:ext cx="2833066" cy="2833066"/>
            </a:xfrm>
            <a:prstGeom prst="rect">
              <a:avLst/>
            </a:prstGeom>
          </p:spPr>
        </p:pic>
        <p:pic>
          <p:nvPicPr>
            <p:cNvPr id="37" name="圖片 36" descr="一張含有 文字, 螢幕擷取畫面, 繪圖, 圖表 的圖片&#10;&#10;AI 產生的內容可能不正確。">
              <a:extLst>
                <a:ext uri="{FF2B5EF4-FFF2-40B4-BE49-F238E27FC236}">
                  <a16:creationId xmlns:a16="http://schemas.microsoft.com/office/drawing/2014/main" id="{026CDEE6-EED7-3E4E-ACC9-53FFB8DDB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2802" y="1191868"/>
              <a:ext cx="2833066" cy="2833066"/>
            </a:xfrm>
            <a:prstGeom prst="rect">
              <a:avLst/>
            </a:prstGeom>
          </p:spPr>
        </p:pic>
        <p:pic>
          <p:nvPicPr>
            <p:cNvPr id="40" name="圖片 39" descr="一張含有 文字, 螢幕擷取畫面, 繪圖, 行 的圖片&#10;&#10;AI 產生的內容可能不正確。">
              <a:extLst>
                <a:ext uri="{FF2B5EF4-FFF2-40B4-BE49-F238E27FC236}">
                  <a16:creationId xmlns:a16="http://schemas.microsoft.com/office/drawing/2014/main" id="{641B3D9E-4E4F-C88F-8E61-F5977E406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5868" y="1191868"/>
              <a:ext cx="2833066" cy="2833066"/>
            </a:xfrm>
            <a:prstGeom prst="rect">
              <a:avLst/>
            </a:prstGeom>
          </p:spPr>
        </p:pic>
        <p:pic>
          <p:nvPicPr>
            <p:cNvPr id="44" name="圖片 43" descr="一張含有 文字, 螢幕擷取畫面, 行, 繪圖 的圖片&#10;&#10;AI 產生的內容可能不正確。">
              <a:extLst>
                <a:ext uri="{FF2B5EF4-FFF2-40B4-BE49-F238E27FC236}">
                  <a16:creationId xmlns:a16="http://schemas.microsoft.com/office/drawing/2014/main" id="{C365E1D5-E75B-8158-6836-D8CF7AD5C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58934" y="1191868"/>
              <a:ext cx="2833066" cy="2833066"/>
            </a:xfrm>
            <a:prstGeom prst="rect">
              <a:avLst/>
            </a:prstGeom>
          </p:spPr>
        </p:pic>
        <p:pic>
          <p:nvPicPr>
            <p:cNvPr id="47" name="圖片 46" descr="一張含有 文字, 螢幕擷取畫面, 行, 繪圖 的圖片&#10;&#10;AI 產生的內容可能不正確。">
              <a:extLst>
                <a:ext uri="{FF2B5EF4-FFF2-40B4-BE49-F238E27FC236}">
                  <a16:creationId xmlns:a16="http://schemas.microsoft.com/office/drawing/2014/main" id="{F84153D2-92CE-B405-0EB3-2EE156EA4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736" y="4024934"/>
              <a:ext cx="2833066" cy="2833066"/>
            </a:xfrm>
            <a:prstGeom prst="rect">
              <a:avLst/>
            </a:prstGeom>
          </p:spPr>
        </p:pic>
        <p:pic>
          <p:nvPicPr>
            <p:cNvPr id="49" name="圖片 48" descr="一張含有 文字, 螢幕擷取畫面, 行, 繪圖 的圖片&#10;&#10;AI 產生的內容可能不正確。">
              <a:extLst>
                <a:ext uri="{FF2B5EF4-FFF2-40B4-BE49-F238E27FC236}">
                  <a16:creationId xmlns:a16="http://schemas.microsoft.com/office/drawing/2014/main" id="{906BEF9C-CB47-C548-2AED-79ABD8AD6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2802" y="4024934"/>
              <a:ext cx="2833066" cy="2833066"/>
            </a:xfrm>
            <a:prstGeom prst="rect">
              <a:avLst/>
            </a:prstGeom>
          </p:spPr>
        </p:pic>
        <p:pic>
          <p:nvPicPr>
            <p:cNvPr id="51" name="圖片 50" descr="一張含有 文字, 螢幕擷取畫面, 行, 繪圖 的圖片&#10;&#10;AI 產生的內容可能不正確。">
              <a:extLst>
                <a:ext uri="{FF2B5EF4-FFF2-40B4-BE49-F238E27FC236}">
                  <a16:creationId xmlns:a16="http://schemas.microsoft.com/office/drawing/2014/main" id="{3869D207-8D40-F929-7009-4036B6396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5868" y="4024934"/>
              <a:ext cx="2833066" cy="2833066"/>
            </a:xfrm>
            <a:prstGeom prst="rect">
              <a:avLst/>
            </a:prstGeom>
          </p:spPr>
        </p:pic>
        <p:pic>
          <p:nvPicPr>
            <p:cNvPr id="53" name="圖片 52" descr="一張含有 文字, 螢幕擷取畫面, 行, 繪圖 的圖片&#10;&#10;AI 產生的內容可能不正確。">
              <a:extLst>
                <a:ext uri="{FF2B5EF4-FFF2-40B4-BE49-F238E27FC236}">
                  <a16:creationId xmlns:a16="http://schemas.microsoft.com/office/drawing/2014/main" id="{8B1987F3-4A19-2502-60A8-9E8B086F7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58934" y="4024934"/>
              <a:ext cx="2833066" cy="28330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238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93EAC-9D97-9CF7-7139-3A4275F40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76AD5D-FFF8-B1E0-8C42-ECF5C61DD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Scatter Plot</a:t>
            </a:r>
            <a:endParaRPr lang="zh-TW" altLang="en-US" dirty="0"/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D43127FA-4C6A-B20A-EA4C-D646BD443DAD}"/>
              </a:ext>
            </a:extLst>
          </p:cNvPr>
          <p:cNvGrpSpPr/>
          <p:nvPr/>
        </p:nvGrpSpPr>
        <p:grpSpPr>
          <a:xfrm>
            <a:off x="693240" y="1455240"/>
            <a:ext cx="10805520" cy="5402760"/>
            <a:chOff x="1386480" y="1455240"/>
            <a:chExt cx="10805520" cy="5402760"/>
          </a:xfrm>
        </p:grpSpPr>
        <p:pic>
          <p:nvPicPr>
            <p:cNvPr id="19" name="圖片 18" descr="一張含有 文字, 螢幕擷取畫面, 繪圖, 行 的圖片&#10;&#10;AI 產生的內容可能不正確。">
              <a:extLst>
                <a:ext uri="{FF2B5EF4-FFF2-40B4-BE49-F238E27FC236}">
                  <a16:creationId xmlns:a16="http://schemas.microsoft.com/office/drawing/2014/main" id="{33F22C8D-D444-FD14-1B25-6DBAB02EF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6480" y="1455240"/>
              <a:ext cx="2701380" cy="2701380"/>
            </a:xfrm>
            <a:prstGeom prst="rect">
              <a:avLst/>
            </a:prstGeom>
          </p:spPr>
        </p:pic>
        <p:pic>
          <p:nvPicPr>
            <p:cNvPr id="21" name="圖片 20" descr="一張含有 文字, 螢幕擷取畫面, 繪圖, 圖表 的圖片&#10;&#10;AI 產生的內容可能不正確。">
              <a:extLst>
                <a:ext uri="{FF2B5EF4-FFF2-40B4-BE49-F238E27FC236}">
                  <a16:creationId xmlns:a16="http://schemas.microsoft.com/office/drawing/2014/main" id="{CACAB03E-451F-00F8-F623-23776DD5A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7860" y="1455240"/>
              <a:ext cx="2701380" cy="2701380"/>
            </a:xfrm>
            <a:prstGeom prst="rect">
              <a:avLst/>
            </a:prstGeom>
          </p:spPr>
        </p:pic>
        <p:pic>
          <p:nvPicPr>
            <p:cNvPr id="23" name="圖片 22" descr="一張含有 文字, 螢幕擷取畫面, 繪圖, 圖表 的圖片&#10;&#10;AI 產生的內容可能不正確。">
              <a:extLst>
                <a:ext uri="{FF2B5EF4-FFF2-40B4-BE49-F238E27FC236}">
                  <a16:creationId xmlns:a16="http://schemas.microsoft.com/office/drawing/2014/main" id="{CC5978D8-BBF4-D6FA-40E6-538DA6B42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9240" y="1455240"/>
              <a:ext cx="2701380" cy="2701380"/>
            </a:xfrm>
            <a:prstGeom prst="rect">
              <a:avLst/>
            </a:prstGeom>
          </p:spPr>
        </p:pic>
        <p:pic>
          <p:nvPicPr>
            <p:cNvPr id="25" name="圖片 24" descr="一張含有 文字, 螢幕擷取畫面, 繪圖, 圖表 的圖片&#10;&#10;AI 產生的內容可能不正確。">
              <a:extLst>
                <a:ext uri="{FF2B5EF4-FFF2-40B4-BE49-F238E27FC236}">
                  <a16:creationId xmlns:a16="http://schemas.microsoft.com/office/drawing/2014/main" id="{99651F24-55AE-E48F-E983-F9B9DDBD4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90620" y="1455240"/>
              <a:ext cx="2701380" cy="2701380"/>
            </a:xfrm>
            <a:prstGeom prst="rect">
              <a:avLst/>
            </a:prstGeom>
          </p:spPr>
        </p:pic>
        <p:pic>
          <p:nvPicPr>
            <p:cNvPr id="27" name="圖片 26" descr="一張含有 文字, 螢幕擷取畫面, 繪圖, 圖表 的圖片&#10;&#10;AI 產生的內容可能不正確。">
              <a:extLst>
                <a:ext uri="{FF2B5EF4-FFF2-40B4-BE49-F238E27FC236}">
                  <a16:creationId xmlns:a16="http://schemas.microsoft.com/office/drawing/2014/main" id="{1A7A7E5A-1016-3126-3605-B99F6E999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6480" y="4156620"/>
              <a:ext cx="2701380" cy="2701380"/>
            </a:xfrm>
            <a:prstGeom prst="rect">
              <a:avLst/>
            </a:prstGeom>
          </p:spPr>
        </p:pic>
        <p:pic>
          <p:nvPicPr>
            <p:cNvPr id="29" name="圖片 28" descr="一張含有 文字, 螢幕擷取畫面, 圖表, 繪圖 的圖片&#10;&#10;AI 產生的內容可能不正確。">
              <a:extLst>
                <a:ext uri="{FF2B5EF4-FFF2-40B4-BE49-F238E27FC236}">
                  <a16:creationId xmlns:a16="http://schemas.microsoft.com/office/drawing/2014/main" id="{CC6C2A3E-B7F5-BCBC-36BB-81E5DE8E1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7860" y="4156620"/>
              <a:ext cx="2701380" cy="2701380"/>
            </a:xfrm>
            <a:prstGeom prst="rect">
              <a:avLst/>
            </a:prstGeom>
          </p:spPr>
        </p:pic>
        <p:pic>
          <p:nvPicPr>
            <p:cNvPr id="31" name="圖片 30" descr="一張含有 文字, 螢幕擷取畫面, 行, 繪圖 的圖片&#10;&#10;AI 產生的內容可能不正確。">
              <a:extLst>
                <a:ext uri="{FF2B5EF4-FFF2-40B4-BE49-F238E27FC236}">
                  <a16:creationId xmlns:a16="http://schemas.microsoft.com/office/drawing/2014/main" id="{BFB83959-1439-26D3-FD82-41C1D6171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9240" y="4156620"/>
              <a:ext cx="2701380" cy="2701380"/>
            </a:xfrm>
            <a:prstGeom prst="rect">
              <a:avLst/>
            </a:prstGeom>
          </p:spPr>
        </p:pic>
        <p:pic>
          <p:nvPicPr>
            <p:cNvPr id="33" name="圖片 32" descr="一張含有 文字, 螢幕擷取畫面, 行, 繪圖 的圖片&#10;&#10;AI 產生的內容可能不正確。">
              <a:extLst>
                <a:ext uri="{FF2B5EF4-FFF2-40B4-BE49-F238E27FC236}">
                  <a16:creationId xmlns:a16="http://schemas.microsoft.com/office/drawing/2014/main" id="{E5A15772-FBD5-44A0-83F7-28169477D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90620" y="4156620"/>
              <a:ext cx="2701380" cy="27013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9622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30185C-B0AE-7365-B734-FF2BA7619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Scatter Plot</a:t>
            </a:r>
            <a:endParaRPr lang="zh-TW" altLang="en-US" dirty="0"/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8ADB038C-9AF3-2E78-86C2-A2B4C8C87841}"/>
              </a:ext>
            </a:extLst>
          </p:cNvPr>
          <p:cNvGrpSpPr/>
          <p:nvPr/>
        </p:nvGrpSpPr>
        <p:grpSpPr>
          <a:xfrm>
            <a:off x="693237" y="1453022"/>
            <a:ext cx="10805526" cy="5404978"/>
            <a:chOff x="1386474" y="1453022"/>
            <a:chExt cx="10805526" cy="5404978"/>
          </a:xfrm>
        </p:grpSpPr>
        <p:pic>
          <p:nvPicPr>
            <p:cNvPr id="22" name="圖片 21" descr="一張含有 文字, 螢幕擷取畫面, 繪圖, 行 的圖片&#10;&#10;AI 產生的內容可能不正確。">
              <a:extLst>
                <a:ext uri="{FF2B5EF4-FFF2-40B4-BE49-F238E27FC236}">
                  <a16:creationId xmlns:a16="http://schemas.microsoft.com/office/drawing/2014/main" id="{2E9F8C40-951C-4C42-A0A7-F2CBDBD86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9237" y="1453022"/>
              <a:ext cx="2701381" cy="2701381"/>
            </a:xfrm>
            <a:prstGeom prst="rect">
              <a:avLst/>
            </a:prstGeom>
          </p:spPr>
        </p:pic>
        <p:pic>
          <p:nvPicPr>
            <p:cNvPr id="24" name="圖片 23" descr="一張含有 文字, 螢幕擷取畫面, 繪圖, 行 的圖片&#10;&#10;AI 產生的內容可能不正確。">
              <a:extLst>
                <a:ext uri="{FF2B5EF4-FFF2-40B4-BE49-F238E27FC236}">
                  <a16:creationId xmlns:a16="http://schemas.microsoft.com/office/drawing/2014/main" id="{B88A8371-647E-68B7-1C6C-22B7FA863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90619" y="1453022"/>
              <a:ext cx="2701381" cy="2701381"/>
            </a:xfrm>
            <a:prstGeom prst="rect">
              <a:avLst/>
            </a:prstGeom>
          </p:spPr>
        </p:pic>
        <p:pic>
          <p:nvPicPr>
            <p:cNvPr id="26" name="圖片 25" descr="一張含有 文字, 螢幕擷取畫面, 圖表, 繪圖 的圖片&#10;&#10;AI 產生的內容可能不正確。">
              <a:extLst>
                <a:ext uri="{FF2B5EF4-FFF2-40B4-BE49-F238E27FC236}">
                  <a16:creationId xmlns:a16="http://schemas.microsoft.com/office/drawing/2014/main" id="{D27F83AC-D187-1DE9-8AC0-582D1D667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6474" y="1453022"/>
              <a:ext cx="2701381" cy="2701381"/>
            </a:xfrm>
            <a:prstGeom prst="rect">
              <a:avLst/>
            </a:prstGeom>
          </p:spPr>
        </p:pic>
        <p:pic>
          <p:nvPicPr>
            <p:cNvPr id="28" name="圖片 27" descr="一張含有 文字, 螢幕擷取畫面, 圖表, 繪圖 的圖片&#10;&#10;AI 產生的內容可能不正確。">
              <a:extLst>
                <a:ext uri="{FF2B5EF4-FFF2-40B4-BE49-F238E27FC236}">
                  <a16:creationId xmlns:a16="http://schemas.microsoft.com/office/drawing/2014/main" id="{A0FA9FA4-0727-3F24-E34B-6C4F93592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7856" y="1453022"/>
              <a:ext cx="2701381" cy="2701381"/>
            </a:xfrm>
            <a:prstGeom prst="rect">
              <a:avLst/>
            </a:prstGeom>
          </p:spPr>
        </p:pic>
        <p:pic>
          <p:nvPicPr>
            <p:cNvPr id="30" name="圖片 29" descr="一張含有 文字, 螢幕擷取畫面, 繪圖, 行 的圖片&#10;&#10;AI 產生的內容可能不正確。">
              <a:extLst>
                <a:ext uri="{FF2B5EF4-FFF2-40B4-BE49-F238E27FC236}">
                  <a16:creationId xmlns:a16="http://schemas.microsoft.com/office/drawing/2014/main" id="{55FD9FF4-BCE6-BFDB-D2AA-E761D31A2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9238" y="4156619"/>
              <a:ext cx="2701381" cy="2701381"/>
            </a:xfrm>
            <a:prstGeom prst="rect">
              <a:avLst/>
            </a:prstGeom>
          </p:spPr>
        </p:pic>
        <p:pic>
          <p:nvPicPr>
            <p:cNvPr id="32" name="圖片 31" descr="一張含有 文字, 螢幕擷取畫面, 繪圖, 行 的圖片&#10;&#10;AI 產生的內容可能不正確。">
              <a:extLst>
                <a:ext uri="{FF2B5EF4-FFF2-40B4-BE49-F238E27FC236}">
                  <a16:creationId xmlns:a16="http://schemas.microsoft.com/office/drawing/2014/main" id="{6929ABF4-EBEE-90C1-C451-248ECB9EA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90619" y="4156619"/>
              <a:ext cx="2701381" cy="2701381"/>
            </a:xfrm>
            <a:prstGeom prst="rect">
              <a:avLst/>
            </a:prstGeom>
          </p:spPr>
        </p:pic>
        <p:pic>
          <p:nvPicPr>
            <p:cNvPr id="34" name="圖片 33" descr="一張含有 文字, 螢幕擷取畫面, 繪圖, 圖表 的圖片&#10;&#10;AI 產生的內容可能不正確。">
              <a:extLst>
                <a:ext uri="{FF2B5EF4-FFF2-40B4-BE49-F238E27FC236}">
                  <a16:creationId xmlns:a16="http://schemas.microsoft.com/office/drawing/2014/main" id="{CB15145E-9EEB-4833-F277-B17D0D5E2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6476" y="4156619"/>
              <a:ext cx="2701381" cy="2701381"/>
            </a:xfrm>
            <a:prstGeom prst="rect">
              <a:avLst/>
            </a:prstGeom>
          </p:spPr>
        </p:pic>
        <p:pic>
          <p:nvPicPr>
            <p:cNvPr id="36" name="圖片 35" descr="一張含有 文字, 螢幕擷取畫面, 圖表, 繪圖 的圖片&#10;&#10;AI 產生的內容可能不正確。">
              <a:extLst>
                <a:ext uri="{FF2B5EF4-FFF2-40B4-BE49-F238E27FC236}">
                  <a16:creationId xmlns:a16="http://schemas.microsoft.com/office/drawing/2014/main" id="{36EA379A-0480-1553-528E-BDE469302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7857" y="4156619"/>
              <a:ext cx="2701381" cy="27013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56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168FB-5E15-2800-D2F8-0AF1BCECA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249E1D-ED2C-B23A-E26C-3AA21C596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Scatter Plot</a:t>
            </a:r>
            <a:endParaRPr lang="zh-TW" altLang="en-US" dirty="0"/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5DCC9BBF-B7D5-B396-E56B-22CADD2A2FE6}"/>
              </a:ext>
            </a:extLst>
          </p:cNvPr>
          <p:cNvGrpSpPr/>
          <p:nvPr/>
        </p:nvGrpSpPr>
        <p:grpSpPr>
          <a:xfrm>
            <a:off x="675345" y="1450616"/>
            <a:ext cx="10841309" cy="5407384"/>
            <a:chOff x="1350691" y="1452926"/>
            <a:chExt cx="10841309" cy="5407384"/>
          </a:xfrm>
        </p:grpSpPr>
        <p:pic>
          <p:nvPicPr>
            <p:cNvPr id="18" name="圖片 17" descr="一張含有 文字, 螢幕擷取畫面, 行, 繪圖 的圖片&#10;&#10;AI 產生的內容可能不正確。">
              <a:extLst>
                <a:ext uri="{FF2B5EF4-FFF2-40B4-BE49-F238E27FC236}">
                  <a16:creationId xmlns:a16="http://schemas.microsoft.com/office/drawing/2014/main" id="{B007C3AF-8DA4-D48F-607F-5181FF85D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6472" y="4154308"/>
              <a:ext cx="2701382" cy="2701382"/>
            </a:xfrm>
            <a:prstGeom prst="rect">
              <a:avLst/>
            </a:prstGeom>
          </p:spPr>
        </p:pic>
        <p:pic>
          <p:nvPicPr>
            <p:cNvPr id="21" name="圖片 20" descr="一張含有 文字, 螢幕擷取畫面, 行, 繪圖 的圖片&#10;&#10;AI 產生的內容可能不正確。">
              <a:extLst>
                <a:ext uri="{FF2B5EF4-FFF2-40B4-BE49-F238E27FC236}">
                  <a16:creationId xmlns:a16="http://schemas.microsoft.com/office/drawing/2014/main" id="{84CBF020-1FB3-BFAF-8A2A-1E8A742E6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7854" y="4156618"/>
              <a:ext cx="2701382" cy="2701382"/>
            </a:xfrm>
            <a:prstGeom prst="rect">
              <a:avLst/>
            </a:prstGeom>
          </p:spPr>
        </p:pic>
        <p:pic>
          <p:nvPicPr>
            <p:cNvPr id="23" name="圖片 22" descr="一張含有 文字, 螢幕擷取畫面, 行, 繪圖 的圖片&#10;&#10;AI 產生的內容可能不正確。">
              <a:extLst>
                <a:ext uri="{FF2B5EF4-FFF2-40B4-BE49-F238E27FC236}">
                  <a16:creationId xmlns:a16="http://schemas.microsoft.com/office/drawing/2014/main" id="{B8EE8147-9C25-208A-2080-399C7F57B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0691" y="1457546"/>
              <a:ext cx="2701382" cy="2701382"/>
            </a:xfrm>
            <a:prstGeom prst="rect">
              <a:avLst/>
            </a:prstGeom>
          </p:spPr>
        </p:pic>
        <p:pic>
          <p:nvPicPr>
            <p:cNvPr id="26" name="圖片 25" descr="一張含有 文字, 螢幕擷取畫面, 行, 繪圖 的圖片&#10;&#10;AI 產生的內容可能不正確。">
              <a:extLst>
                <a:ext uri="{FF2B5EF4-FFF2-40B4-BE49-F238E27FC236}">
                  <a16:creationId xmlns:a16="http://schemas.microsoft.com/office/drawing/2014/main" id="{628C2C35-D784-D17F-3408-7078DF9E0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2073" y="1452926"/>
              <a:ext cx="2701382" cy="2701382"/>
            </a:xfrm>
            <a:prstGeom prst="rect">
              <a:avLst/>
            </a:prstGeom>
          </p:spPr>
        </p:pic>
        <p:pic>
          <p:nvPicPr>
            <p:cNvPr id="29" name="圖片 28" descr="一張含有 文字, 螢幕擷取畫面, 繪圖, 行 的圖片&#10;&#10;AI 產生的內容可能不正確。">
              <a:extLst>
                <a:ext uri="{FF2B5EF4-FFF2-40B4-BE49-F238E27FC236}">
                  <a16:creationId xmlns:a16="http://schemas.microsoft.com/office/drawing/2014/main" id="{CAAF55DB-64D6-48F8-8777-D19B44000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9236" y="4158928"/>
              <a:ext cx="2701382" cy="2701382"/>
            </a:xfrm>
            <a:prstGeom prst="rect">
              <a:avLst/>
            </a:prstGeom>
          </p:spPr>
        </p:pic>
        <p:pic>
          <p:nvPicPr>
            <p:cNvPr id="31" name="圖片 30" descr="一張含有 文字, 螢幕擷取畫面, 行, 繪圖 的圖片&#10;&#10;AI 產生的內容可能不正確。">
              <a:extLst>
                <a:ext uri="{FF2B5EF4-FFF2-40B4-BE49-F238E27FC236}">
                  <a16:creationId xmlns:a16="http://schemas.microsoft.com/office/drawing/2014/main" id="{C77A738E-CFA4-CAAB-75E0-8AE49B489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90618" y="4156618"/>
              <a:ext cx="2701382" cy="2701382"/>
            </a:xfrm>
            <a:prstGeom prst="rect">
              <a:avLst/>
            </a:prstGeom>
          </p:spPr>
        </p:pic>
        <p:pic>
          <p:nvPicPr>
            <p:cNvPr id="33" name="圖片 32" descr="一張含有 文字, 螢幕擷取畫面, 繪圖, 圖表 的圖片&#10;&#10;AI 產生的內容可能不正確。">
              <a:extLst>
                <a:ext uri="{FF2B5EF4-FFF2-40B4-BE49-F238E27FC236}">
                  <a16:creationId xmlns:a16="http://schemas.microsoft.com/office/drawing/2014/main" id="{F92B6FC2-B2D7-409D-2ED3-17BB27E32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9236" y="1452926"/>
              <a:ext cx="2701382" cy="2701382"/>
            </a:xfrm>
            <a:prstGeom prst="rect">
              <a:avLst/>
            </a:prstGeom>
          </p:spPr>
        </p:pic>
        <p:pic>
          <p:nvPicPr>
            <p:cNvPr id="35" name="圖片 34" descr="一張含有 文字, 螢幕擷取畫面, 圖表, 行 的圖片&#10;&#10;AI 產生的內容可能不正確。">
              <a:extLst>
                <a:ext uri="{FF2B5EF4-FFF2-40B4-BE49-F238E27FC236}">
                  <a16:creationId xmlns:a16="http://schemas.microsoft.com/office/drawing/2014/main" id="{122D9D4F-9272-15AE-B835-D070DC551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90618" y="1452926"/>
              <a:ext cx="2701382" cy="27013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8920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E144F-138F-C45E-EBCC-996549A7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WAGO IP vs input displaying both targets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BC8C4-0114-FFD1-4545-A88ACE7C2E5D}"/>
              </a:ext>
            </a:extLst>
          </p:cNvPr>
          <p:cNvSpPr txBox="1"/>
          <p:nvPr/>
        </p:nvSpPr>
        <p:spPr>
          <a:xfrm>
            <a:off x="1010653" y="2069432"/>
            <a:ext cx="503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28CC7-577A-A396-EE68-4E8F67E98BEC}"/>
              </a:ext>
            </a:extLst>
          </p:cNvPr>
          <p:cNvSpPr txBox="1"/>
          <p:nvPr/>
        </p:nvSpPr>
        <p:spPr>
          <a:xfrm>
            <a:off x="582150" y="4464069"/>
            <a:ext cx="1468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rha-1 mutant</a:t>
            </a:r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EDE5AC0-4A9B-147D-1544-72B7BB070E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42"/>
          <a:stretch>
            <a:fillRect/>
          </a:stretch>
        </p:blipFill>
        <p:spPr>
          <a:xfrm>
            <a:off x="2050181" y="1927106"/>
            <a:ext cx="7772400" cy="21582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C302D9-CAA1-2C73-6851-B462E238321D}"/>
              </a:ext>
            </a:extLst>
          </p:cNvPr>
          <p:cNvSpPr txBox="1"/>
          <p:nvPr/>
        </p:nvSpPr>
        <p:spPr>
          <a:xfrm>
            <a:off x="4884962" y="1356499"/>
            <a:ext cx="61427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CSR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36C44C-27EA-5C76-78B2-550FA5B41567}"/>
              </a:ext>
            </a:extLst>
          </p:cNvPr>
          <p:cNvSpPr txBox="1"/>
          <p:nvPr/>
        </p:nvSpPr>
        <p:spPr>
          <a:xfrm>
            <a:off x="5601903" y="1356499"/>
            <a:ext cx="849913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WAGO</a:t>
            </a:r>
          </a:p>
        </p:txBody>
      </p:sp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F0E3472-36C7-24A1-C38D-3439DA2E3C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850"/>
          <a:stretch>
            <a:fillRect/>
          </a:stretch>
        </p:blipFill>
        <p:spPr>
          <a:xfrm>
            <a:off x="2140659" y="4334655"/>
            <a:ext cx="7772400" cy="21582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47228D-174B-94F8-14BE-8BD1E6B4F0E3}"/>
              </a:ext>
            </a:extLst>
          </p:cNvPr>
          <p:cNvSpPr txBox="1"/>
          <p:nvPr/>
        </p:nvSpPr>
        <p:spPr>
          <a:xfrm>
            <a:off x="2689149" y="1617775"/>
            <a:ext cx="1403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OG2 vs OG1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C08006-BAE8-DA72-9E51-C81A2E55BB5D}"/>
              </a:ext>
            </a:extLst>
          </p:cNvPr>
          <p:cNvSpPr txBox="1"/>
          <p:nvPr/>
        </p:nvSpPr>
        <p:spPr>
          <a:xfrm>
            <a:off x="2569700" y="4017038"/>
            <a:ext cx="1403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OG6 vs OG5</a:t>
            </a:r>
          </a:p>
        </p:txBody>
      </p:sp>
    </p:spTree>
    <p:extLst>
      <p:ext uri="{BB962C8B-B14F-4D97-AF65-F5344CB8AC3E}">
        <p14:creationId xmlns:p14="http://schemas.microsoft.com/office/powerpoint/2010/main" val="158660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085CB-FA87-8409-8E34-E53FF7A6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WAGOIP vs input par6 RNAi libraries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B69E46-E48D-2C3A-BB00-ADF3E74532EB}"/>
              </a:ext>
            </a:extLst>
          </p:cNvPr>
          <p:cNvSpPr txBox="1"/>
          <p:nvPr/>
        </p:nvSpPr>
        <p:spPr>
          <a:xfrm>
            <a:off x="1010653" y="2069432"/>
            <a:ext cx="503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624562-E78F-4087-7BC3-C8C0D75BA042}"/>
              </a:ext>
            </a:extLst>
          </p:cNvPr>
          <p:cNvSpPr txBox="1"/>
          <p:nvPr/>
        </p:nvSpPr>
        <p:spPr>
          <a:xfrm>
            <a:off x="582150" y="4464069"/>
            <a:ext cx="1468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rha-1 mutant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0F181-E9C2-6B43-526E-C486E3DCA731}"/>
              </a:ext>
            </a:extLst>
          </p:cNvPr>
          <p:cNvSpPr txBox="1"/>
          <p:nvPr/>
        </p:nvSpPr>
        <p:spPr>
          <a:xfrm>
            <a:off x="4884962" y="1356499"/>
            <a:ext cx="61427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CSR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B89C46-2C3C-7FCB-74FD-EEBACB70ED04}"/>
              </a:ext>
            </a:extLst>
          </p:cNvPr>
          <p:cNvSpPr txBox="1"/>
          <p:nvPr/>
        </p:nvSpPr>
        <p:spPr>
          <a:xfrm>
            <a:off x="5601903" y="1356499"/>
            <a:ext cx="849913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WAGO</a:t>
            </a:r>
          </a:p>
        </p:txBody>
      </p:sp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C13D446-0B58-1E83-CFD0-6E91044577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235"/>
          <a:stretch>
            <a:fillRect/>
          </a:stretch>
        </p:blipFill>
        <p:spPr>
          <a:xfrm>
            <a:off x="1715703" y="1806882"/>
            <a:ext cx="7772400" cy="2152366"/>
          </a:xfrm>
          <a:prstGeom prst="rect">
            <a:avLst/>
          </a:prstGeom>
        </p:spPr>
      </p:pic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22258FB-EF0B-DF9B-6FC1-422DDF5396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237"/>
          <a:stretch>
            <a:fillRect/>
          </a:stretch>
        </p:blipFill>
        <p:spPr>
          <a:xfrm>
            <a:off x="2050181" y="4075442"/>
            <a:ext cx="7772400" cy="21523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13EB02-A292-E831-C520-06865D72493A}"/>
              </a:ext>
            </a:extLst>
          </p:cNvPr>
          <p:cNvSpPr txBox="1"/>
          <p:nvPr/>
        </p:nvSpPr>
        <p:spPr>
          <a:xfrm>
            <a:off x="2343146" y="1506021"/>
            <a:ext cx="1403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OG4 vs OG3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D447DC-DFAD-DC7B-DCE4-C0239CF7F1CD}"/>
              </a:ext>
            </a:extLst>
          </p:cNvPr>
          <p:cNvSpPr txBox="1"/>
          <p:nvPr/>
        </p:nvSpPr>
        <p:spPr>
          <a:xfrm>
            <a:off x="2591211" y="3774582"/>
            <a:ext cx="1403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OG8 vs OG7</a:t>
            </a:r>
          </a:p>
        </p:txBody>
      </p:sp>
    </p:spTree>
    <p:extLst>
      <p:ext uri="{BB962C8B-B14F-4D97-AF65-F5344CB8AC3E}">
        <p14:creationId xmlns:p14="http://schemas.microsoft.com/office/powerpoint/2010/main" val="523474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981EE-EA4A-326A-0A88-CB9C005C9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44B5A-F9CE-D253-5A83-EABF9E790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CSR IP vs input displaying both targets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BC8CA-6A2D-AFB2-FCAB-A36BE10B4467}"/>
              </a:ext>
            </a:extLst>
          </p:cNvPr>
          <p:cNvSpPr txBox="1"/>
          <p:nvPr/>
        </p:nvSpPr>
        <p:spPr>
          <a:xfrm>
            <a:off x="1010653" y="2069432"/>
            <a:ext cx="503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8441E7-072F-535F-26BD-E88761CB7457}"/>
              </a:ext>
            </a:extLst>
          </p:cNvPr>
          <p:cNvSpPr txBox="1"/>
          <p:nvPr/>
        </p:nvSpPr>
        <p:spPr>
          <a:xfrm>
            <a:off x="673768" y="4558879"/>
            <a:ext cx="1468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rha-1 mutant</a:t>
            </a:r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1C42CDC-8EB9-5616-590F-823450E47D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58"/>
          <a:stretch>
            <a:fillRect/>
          </a:stretch>
        </p:blipFill>
        <p:spPr>
          <a:xfrm>
            <a:off x="2209800" y="2002055"/>
            <a:ext cx="7772400" cy="22454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F1D296-3868-1FCD-F752-EF85A2FA58B8}"/>
              </a:ext>
            </a:extLst>
          </p:cNvPr>
          <p:cNvSpPr txBox="1"/>
          <p:nvPr/>
        </p:nvSpPr>
        <p:spPr>
          <a:xfrm>
            <a:off x="5481729" y="1661706"/>
            <a:ext cx="61427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CSR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4D5CE6-19BF-8A1F-E668-92FC2F50ADF5}"/>
              </a:ext>
            </a:extLst>
          </p:cNvPr>
          <p:cNvSpPr txBox="1"/>
          <p:nvPr/>
        </p:nvSpPr>
        <p:spPr>
          <a:xfrm>
            <a:off x="6198670" y="1661706"/>
            <a:ext cx="849913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WAGO</a:t>
            </a:r>
          </a:p>
        </p:txBody>
      </p:sp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FDBC766-8C34-D998-62F6-F54897661A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967"/>
          <a:stretch>
            <a:fillRect/>
          </a:stretch>
        </p:blipFill>
        <p:spPr>
          <a:xfrm>
            <a:off x="2492944" y="4506409"/>
            <a:ext cx="7772400" cy="21618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78316B-70EE-7188-4016-8BB68D2758F1}"/>
              </a:ext>
            </a:extLst>
          </p:cNvPr>
          <p:cNvSpPr txBox="1"/>
          <p:nvPr/>
        </p:nvSpPr>
        <p:spPr>
          <a:xfrm>
            <a:off x="2689149" y="1617775"/>
            <a:ext cx="1526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OG10 vs OG9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A34F7A-D7A0-C5E0-625C-1867C5A2B60F}"/>
              </a:ext>
            </a:extLst>
          </p:cNvPr>
          <p:cNvSpPr txBox="1"/>
          <p:nvPr/>
        </p:nvSpPr>
        <p:spPr>
          <a:xfrm>
            <a:off x="2569700" y="4017038"/>
            <a:ext cx="1650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OG14 vs OG13</a:t>
            </a:r>
          </a:p>
        </p:txBody>
      </p:sp>
    </p:spTree>
    <p:extLst>
      <p:ext uri="{BB962C8B-B14F-4D97-AF65-F5344CB8AC3E}">
        <p14:creationId xmlns:p14="http://schemas.microsoft.com/office/powerpoint/2010/main" val="2000558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03915-E5DF-885C-AFA0-11F019EEB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82DBC-62EE-2D75-0EFC-207833863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CSR IP vs input par6 RNAi libraries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F8A73-83EB-39B8-7E5C-741C449D7609}"/>
              </a:ext>
            </a:extLst>
          </p:cNvPr>
          <p:cNvSpPr txBox="1"/>
          <p:nvPr/>
        </p:nvSpPr>
        <p:spPr>
          <a:xfrm>
            <a:off x="1010653" y="2069432"/>
            <a:ext cx="503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252587-A25F-F202-0F11-F549078B85DF}"/>
              </a:ext>
            </a:extLst>
          </p:cNvPr>
          <p:cNvSpPr txBox="1"/>
          <p:nvPr/>
        </p:nvSpPr>
        <p:spPr>
          <a:xfrm>
            <a:off x="582150" y="4464069"/>
            <a:ext cx="1468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rha-1 mutant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E0A79-D544-83D0-F7E6-5C5E22B68D93}"/>
              </a:ext>
            </a:extLst>
          </p:cNvPr>
          <p:cNvSpPr txBox="1"/>
          <p:nvPr/>
        </p:nvSpPr>
        <p:spPr>
          <a:xfrm>
            <a:off x="4884962" y="1356499"/>
            <a:ext cx="61427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CSR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C064E-25B5-BE0E-107B-BE479DC1A868}"/>
              </a:ext>
            </a:extLst>
          </p:cNvPr>
          <p:cNvSpPr txBox="1"/>
          <p:nvPr/>
        </p:nvSpPr>
        <p:spPr>
          <a:xfrm>
            <a:off x="5601903" y="1356499"/>
            <a:ext cx="849913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WAGO</a:t>
            </a:r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A1F4762-1FE0-EF70-2753-66096B984A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68"/>
          <a:stretch>
            <a:fillRect/>
          </a:stretch>
        </p:blipFill>
        <p:spPr>
          <a:xfrm>
            <a:off x="2311810" y="1828800"/>
            <a:ext cx="7772400" cy="2206301"/>
          </a:xfrm>
          <a:prstGeom prst="rect">
            <a:avLst/>
          </a:prstGeom>
        </p:spPr>
      </p:pic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99FFE40-9CD2-AF53-8B2A-B2F4935362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209"/>
          <a:stretch>
            <a:fillRect/>
          </a:stretch>
        </p:blipFill>
        <p:spPr>
          <a:xfrm>
            <a:off x="2311810" y="4267419"/>
            <a:ext cx="7772400" cy="22254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7DBBDA-75C5-5B88-C104-C43EE12F8DB1}"/>
              </a:ext>
            </a:extLst>
          </p:cNvPr>
          <p:cNvSpPr txBox="1"/>
          <p:nvPr/>
        </p:nvSpPr>
        <p:spPr>
          <a:xfrm>
            <a:off x="2689149" y="1617775"/>
            <a:ext cx="1650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OG12 vs OG11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5F9237-9A12-9262-7EA3-59E5D5F3A379}"/>
              </a:ext>
            </a:extLst>
          </p:cNvPr>
          <p:cNvSpPr txBox="1"/>
          <p:nvPr/>
        </p:nvSpPr>
        <p:spPr>
          <a:xfrm>
            <a:off x="2569700" y="4017038"/>
            <a:ext cx="1526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OG6 vs OG15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816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10240</TotalTime>
  <Words>91</Words>
  <Application>Microsoft Office PowerPoint</Application>
  <PresentationFormat>寬螢幕</PresentationFormat>
  <Paragraphs>33</Paragraphs>
  <Slides>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佈景主題</vt:lpstr>
      <vt:lpstr>Scatter Plot_v3</vt:lpstr>
      <vt:lpstr>Scatter Plot (How about normalize with total piRNAs?)</vt:lpstr>
      <vt:lpstr>Scatter Plot</vt:lpstr>
      <vt:lpstr>Scatter Plot</vt:lpstr>
      <vt:lpstr>Scatter Plot</vt:lpstr>
      <vt:lpstr>WAGO IP vs input displaying both targets</vt:lpstr>
      <vt:lpstr>WAGOIP vs input par6 RNAi libraries</vt:lpstr>
      <vt:lpstr>CSR IP vs input displaying both targets</vt:lpstr>
      <vt:lpstr>CSR IP vs input par6 RNAi libraries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黃守維</dc:creator>
  <cp:lastModifiedBy>Heng-Chi Lee</cp:lastModifiedBy>
  <cp:revision>15</cp:revision>
  <dcterms:created xsi:type="dcterms:W3CDTF">2025-11-17T06:37:15Z</dcterms:created>
  <dcterms:modified xsi:type="dcterms:W3CDTF">2026-01-22T20:33:06Z</dcterms:modified>
</cp:coreProperties>
</file>